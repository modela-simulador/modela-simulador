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Cómo lo medimos: dato real donde existe,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modelo transparente donde aún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Tiempo y costo puerta a puerta, en hora punta, de 14 zonas a los 9 destinos que más pesan. Nunca inventamos calles ni tarifas: si un dato no es verificable, se declara.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0360"/>
            <a:ext cx="2444419" cy="1783080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GOOGLE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Tiempos reales de la red que hoy existe, con tráfico (criterio conservador).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8547" y="2880360"/>
            <a:ext cx="2444419" cy="1783080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854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971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MODELO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971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Proyecciones: Tren Batuco, Tren Melipilla y autopista Orbital.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880360"/>
            <a:ext cx="2444419" cy="1783080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89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MIDESO / MDSF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989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Valor social del tiempo — Precios Sociales 2025, no un sueldo elegido.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8907" y="2880360"/>
            <a:ext cx="2444419" cy="1783080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8890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07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EFE · GTFS · OSM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07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Trazados y tarifas de trenes, red RED (bip!) y red vial real.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Híbrido honesto: Google mide lo que existe; el modelo proyecta lo que viene; el Estado (MIDESO) pone el valor del tiempo.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Los tiempos en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mismo mapa, hoy y con 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647188"/>
            <a:ext cx="422808" cy="115606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647188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647188"/>
            <a:ext cx="422808" cy="115606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647188"/>
            <a:ext cx="422808" cy="115606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647188"/>
            <a:ext cx="422808" cy="115606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647188"/>
            <a:ext cx="422808" cy="115606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647188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647188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9022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90226"/>
            <a:ext cx="422808" cy="115606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90226"/>
            <a:ext cx="422808" cy="115606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9022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9022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90226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90226"/>
            <a:ext cx="422808" cy="115606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90226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90226"/>
            <a:ext cx="422808" cy="115606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933264"/>
            <a:ext cx="422808" cy="115606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933264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933264"/>
            <a:ext cx="422808" cy="115606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933264"/>
            <a:ext cx="422808" cy="115606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933264"/>
            <a:ext cx="422808" cy="115606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933264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219341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219341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219341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219341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219341"/>
            <a:ext cx="422808" cy="115606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219341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219341"/>
            <a:ext cx="422808" cy="115606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219341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219341"/>
            <a:ext cx="422808" cy="115606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362379"/>
            <a:ext cx="422808" cy="115606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362379"/>
            <a:ext cx="422808" cy="115606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362379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362379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50541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505417"/>
            <a:ext cx="422808" cy="115606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64845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648456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648456"/>
            <a:ext cx="422808" cy="115606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648456"/>
            <a:ext cx="422808" cy="115606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648456"/>
            <a:ext cx="422808" cy="115606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648456"/>
            <a:ext cx="422808" cy="115606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791494"/>
            <a:ext cx="422808" cy="115606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791494"/>
            <a:ext cx="422808" cy="115606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791494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791494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791494"/>
            <a:ext cx="422808" cy="115606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934532"/>
            <a:ext cx="422808" cy="115606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934532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934532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934532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934532"/>
            <a:ext cx="422808" cy="115606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4077570"/>
            <a:ext cx="422808" cy="115606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4220609"/>
            <a:ext cx="422808" cy="115606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4220609"/>
            <a:ext cx="422808" cy="115606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4220609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4220609"/>
            <a:ext cx="422808" cy="115606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363647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363647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647188"/>
            <a:ext cx="422808" cy="115606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647188"/>
            <a:ext cx="422808" cy="115606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647188"/>
            <a:ext cx="422808" cy="115606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647188"/>
            <a:ext cx="422808" cy="115606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90226"/>
            <a:ext cx="422808" cy="115606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90226"/>
            <a:ext cx="422808" cy="115606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90226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90226"/>
            <a:ext cx="422808" cy="115606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90226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90226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90226"/>
            <a:ext cx="422808" cy="115606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933264"/>
            <a:ext cx="422808" cy="115606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933264"/>
            <a:ext cx="422808" cy="115606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933264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933264"/>
            <a:ext cx="422808" cy="115606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93326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933264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219341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219341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219341"/>
            <a:ext cx="422808" cy="115606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219341"/>
            <a:ext cx="422808" cy="115606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219341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219341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219341"/>
            <a:ext cx="422808" cy="115606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219341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219341"/>
            <a:ext cx="422808" cy="115606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362379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362379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362379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362379"/>
            <a:ext cx="422808" cy="115606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362379"/>
            <a:ext cx="422808" cy="115606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505417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505417"/>
            <a:ext cx="422808" cy="115606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648456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648456"/>
            <a:ext cx="422808" cy="115606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648456"/>
            <a:ext cx="422808" cy="115606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648456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648456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648456"/>
            <a:ext cx="422808" cy="115606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791494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791494"/>
            <a:ext cx="422808" cy="115606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791494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79149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791494"/>
            <a:ext cx="422808" cy="115606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791494"/>
            <a:ext cx="422808" cy="115606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791494"/>
            <a:ext cx="422808" cy="115606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934532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934532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934532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934532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934532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4077570"/>
            <a:ext cx="422808" cy="115606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4220609"/>
            <a:ext cx="422808" cy="115606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4220609"/>
            <a:ext cx="422808" cy="115606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4220609"/>
            <a:ext cx="422808" cy="115606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4220609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363647"/>
            <a:ext cx="422808" cy="115606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363647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506685"/>
            <a:ext cx="422808" cy="115606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791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Estación Colina 5º → 1º</a:t>
            </a:r>
            <a:r>
              <a:rPr sz="1150" b="1">
                <a:solidFill>
                  <a:srgbClr val="B07D24"/>
                </a:solidFill>
                <a:latin typeface="Helvetica Neue"/>
              </a:rPr>
              <a:t>      Batuco 11º → 2º</a:t>
            </a:r>
            <a:r>
              <a:rPr sz="1100" b="0">
                <a:solidFill>
                  <a:srgbClr val="6E6A64"/>
                </a:solidFill>
                <a:latin typeface="Helvetica Neue"/>
              </a:rPr>
              <a:t>   del set en transporte público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filas que hoy son rojas para nuestros proyectos se vuelven verdes con el tren: Estación Colina pasa a ser la mejor conectada, y Batuco la segunda.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CAMBIO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Orbital sube a Batuco al podio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vial — la mayor palanca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10º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lugar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que pelea el podio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fuerte es la centralidad y el tren. Cada proyecto juega su carta.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420188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049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1.559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407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2270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2637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75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5019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0418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71146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99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5" y="521299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222138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99588" y="520385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está en nuestra cancha.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y Estación Colina: cómo 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posicionan en cada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es el que más gana con la infraestructura futura; Estación Colina ya está mejor parada hoy. Dos cartas distintas, ambas ganadoras.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