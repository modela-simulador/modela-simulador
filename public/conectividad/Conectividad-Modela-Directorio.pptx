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más que puede cobrar Estación Colina frente a la competencia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DÓNDE ESTAMOS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Hoy: Estación Colina ya es central;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es periférico y ninguno es 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1288" y="3906139"/>
            <a:ext cx="2506463" cy="711580"/>
          </a:xfrm>
          <a:prstGeom prst="rect">
            <a:avLst/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7751" y="2606040"/>
            <a:ext cx="2979936" cy="1300099"/>
          </a:xfrm>
          <a:prstGeom prst="rect">
            <a:avLst/>
          </a:prstGeom>
          <a:solidFill>
            <a:srgbClr val="F6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667751" y="2606040"/>
            <a:ext cx="0" cy="201168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61288" y="3906139"/>
            <a:ext cx="5486400" cy="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722615" y="2587752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tiempo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3248" y="3736975"/>
            <a:ext cx="12344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costo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61288" y="4617720"/>
            <a:ext cx="5486400" cy="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1288" y="2606040"/>
            <a:ext cx="0" cy="201168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61288" y="46908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2331720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41655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2670048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RÁPIDA, PERO CARA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416552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LENTA, PERO BARATA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670048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B06A5E"/>
                </a:solidFill>
                <a:latin typeface="Helvetica Neue"/>
              </a:rPr>
              <a:t>LENTA Y CARA</a:t>
            </a:r>
          </a:p>
        </p:txBody>
      </p:sp>
      <p:sp>
        <p:nvSpPr>
          <p:cNvPr id="19" name="Oval 18"/>
          <p:cNvSpPr/>
          <p:nvPr/>
        </p:nvSpPr>
        <p:spPr>
          <a:xfrm>
            <a:off x="1553476" y="421918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97820" y="43580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41081" y="29868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41442" y="35816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83259" y="439818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81278" y="3873511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0846" y="3882655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6" name="Oval 25"/>
          <p:cNvSpPr/>
          <p:nvPr/>
        </p:nvSpPr>
        <p:spPr>
          <a:xfrm>
            <a:off x="3485425" y="356070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608315" y="3890142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7049" y="309257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1766" y="276006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78329" y="3486026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0645" y="349517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2" name="Oval 31"/>
          <p:cNvSpPr/>
          <p:nvPr/>
        </p:nvSpPr>
        <p:spPr>
          <a:xfrm>
            <a:off x="4681393" y="41573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4281" y="40061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86086" y="38467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233172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90">
                <a:solidFill>
                  <a:srgbClr val="B07D24"/>
                </a:solidFill>
                <a:latin typeface="Helvetica Neue"/>
              </a:rPr>
              <a:t>EL DIAGNÓSTICO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269748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2944368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Ya central (6º en auto), pero su transporte público de hoy es lento.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3392424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3639312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Lejano y caro en auto: cruza autopistas concesionadas hacia la mayoría de los destinos.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80" y="4087368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Los 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334256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Sin integración a RED: pagan el transporte público por tramo, más caro.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diagnóstico de hoy tiene una fortaleza y debilidades claras. Cada debilidad tiene respuesta: infraestructura en construcción o gestión propia.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y la Autopista mueven a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proyectos a los primeros lugares.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6E6A64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592324"/>
            <a:ext cx="422808" cy="96011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592324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592324"/>
            <a:ext cx="422808" cy="96011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592324"/>
            <a:ext cx="422808" cy="96011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592324"/>
            <a:ext cx="422808" cy="96011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592324"/>
            <a:ext cx="422808" cy="96011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59232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592324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15768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15768"/>
            <a:ext cx="422808" cy="96011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15768"/>
            <a:ext cx="422808" cy="96011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15768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15768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15768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15768"/>
            <a:ext cx="422808" cy="96011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15768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15768"/>
            <a:ext cx="422808" cy="96011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839212"/>
            <a:ext cx="422808" cy="96011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839212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839212"/>
            <a:ext cx="422808" cy="96011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839212"/>
            <a:ext cx="422808" cy="96011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839212"/>
            <a:ext cx="422808" cy="96011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839212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08610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08610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086100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086100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086100"/>
            <a:ext cx="422808" cy="96011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086100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086100"/>
            <a:ext cx="422808" cy="96011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086100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086100"/>
            <a:ext cx="422808" cy="96011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209544"/>
            <a:ext cx="422808" cy="96011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209544"/>
            <a:ext cx="422808" cy="96011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209544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209544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332988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332988"/>
            <a:ext cx="422808" cy="96011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456432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456432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456432"/>
            <a:ext cx="422808" cy="96011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456432"/>
            <a:ext cx="422808" cy="96011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456432"/>
            <a:ext cx="422808" cy="96011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456432"/>
            <a:ext cx="422808" cy="96011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579876"/>
            <a:ext cx="422808" cy="96011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579876"/>
            <a:ext cx="422808" cy="96011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579876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579876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579876"/>
            <a:ext cx="422808" cy="96011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703320"/>
            <a:ext cx="422808" cy="96011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70332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703320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703320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703320"/>
            <a:ext cx="422808" cy="96011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3826763"/>
            <a:ext cx="422808" cy="96011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3950207"/>
            <a:ext cx="422808" cy="96011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3950207"/>
            <a:ext cx="422808" cy="96011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3950207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3950207"/>
            <a:ext cx="422808" cy="96011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073651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073651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592324"/>
            <a:ext cx="422808" cy="96011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592324"/>
            <a:ext cx="422808" cy="96011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592324"/>
            <a:ext cx="422808" cy="96011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592324"/>
            <a:ext cx="422808" cy="96011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15768"/>
            <a:ext cx="422808" cy="96011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15768"/>
            <a:ext cx="422808" cy="96011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15768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15768"/>
            <a:ext cx="422808" cy="96011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15768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15768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15768"/>
            <a:ext cx="422808" cy="96011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839212"/>
            <a:ext cx="422808" cy="96011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839212"/>
            <a:ext cx="422808" cy="96011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839212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839212"/>
            <a:ext cx="422808" cy="96011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839212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839212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086100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086100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086100"/>
            <a:ext cx="422808" cy="96011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086100"/>
            <a:ext cx="422808" cy="96011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086100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086100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086100"/>
            <a:ext cx="422808" cy="96011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086100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086100"/>
            <a:ext cx="422808" cy="96011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209544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209544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20954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209544"/>
            <a:ext cx="422808" cy="96011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209544"/>
            <a:ext cx="422808" cy="96011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332988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332988"/>
            <a:ext cx="422808" cy="96011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456432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456432"/>
            <a:ext cx="422808" cy="96011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456432"/>
            <a:ext cx="422808" cy="96011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456432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456432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456432"/>
            <a:ext cx="422808" cy="96011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579876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579876"/>
            <a:ext cx="422808" cy="96011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579876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57987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579876"/>
            <a:ext cx="422808" cy="96011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579876"/>
            <a:ext cx="422808" cy="96011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579876"/>
            <a:ext cx="422808" cy="96011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703320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703320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703320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703320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70332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3826763"/>
            <a:ext cx="422808" cy="96011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3950207"/>
            <a:ext cx="422808" cy="96011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3950207"/>
            <a:ext cx="422808" cy="96011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3950207"/>
            <a:ext cx="422808" cy="96011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3950207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073651"/>
            <a:ext cx="422808" cy="96011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073651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197096"/>
            <a:ext cx="422808" cy="96011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49884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Con el tren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Est. Colina 5º→1º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y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    con la Autopista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11º→3º en auto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transporte público de nuestros proyectos pasa de rojo a verde con el tren; la Autopista hace lo mismo con Batuco en auto. Ambas obras ya están en construcción.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POR TIEMPO Y COSTO DE AUTO AHORRADOS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32625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58368" y="428670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Verde = puede cobrar más que esa columna; rojo = debe cobrar menos. Orden: de la que más sobreprecio justifica a la que menos.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 lámina siguiente muestra dónde recupera esa diferencia.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Capturar el diferencial en UF, o mantener precio competitivo y convertirlo en velocidad de venta.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